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C7C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AFE1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1">
                <a:solidFill>
                  <a:srgbClr val="3A4140"/>
                </a:solidFill>
                <a:latin typeface="Segoe UI"/>
              </a:rPr>
              <a:t>SADAYA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6B7170"/>
                </a:solidFill>
                <a:latin typeface="Segoe UI"/>
              </a:rPr>
              <a:t>Sistem Informasi Koperasi KSU Cahaya Dhamma Phala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6B7170"/>
                </a:solidFill>
                <a:latin typeface="Segoe UI"/>
              </a:rPr>
              <a:t>Program KKN — 2026</a:t>
            </a:r>
          </a:p>
          <a:p>
            <a:pPr algn="ctr">
              <a:spcAft>
                <a:spcPts val="800"/>
              </a:spcAft>
            </a:pPr>
            <a:r>
              <a:rPr sz="1500" b="1">
                <a:solidFill>
                  <a:srgbClr val="6B7170"/>
                </a:solidFill>
                <a:latin typeface="Segoe UI"/>
              </a:rPr>
              <a:t>0xfndlabs  •  Elfan Dwi Saputra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80160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01   Latar Belakang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65376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02   Masalah &amp; Solusi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50592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03   Fitur Utama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35808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04   Teknologi &amp; Arsitektur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621024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05   Aturan Bisnis di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06240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06   Keamanan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91456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07   Unit Krisado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376672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08   Laporan &amp; Neraca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961888"/>
            <a:ext cx="9966960" cy="50292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09   Capaian &amp; Penutup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Pencatatan koperasi masih tersebar di beberapa catatan manual — rawan selisih dan sulit direkonsiliasi.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Neraca dan buku besar disusun manual setiap periode — lambat dan rawan salah hitung.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Data simpanan, pinjaman, dan kas tidak terintegrasi, sehingga sulit memonitor kesehatan koperasi.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502920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Koperasi butuh satu buku besar yang jujur, otomatis, dan real-time.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Solusi: Satu Aplikasi, Satu Buku Besar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3A4140"/>
                </a:solidFill>
                <a:latin typeface="Segoe UI"/>
              </a:rPr>
              <a:t>Terpadu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Kas, bank, simpanan, pinjaman, dana, SHU,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aset, pajak, dan unit usaha dalam satu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A4140"/>
                </a:solidFill>
                <a:latin typeface="Segoe UI"/>
              </a:rPr>
              <a:t>Auto-posting Double-Entry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Setiap transaksi otomatis membentuk jurnal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debit–kredit yang seimbang.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F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A4140"/>
                </a:solidFill>
                <a:latin typeface="Segoe UI"/>
              </a:rPr>
              <a:t>Aturan di Server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Validasi saldo &amp; pencatatan berjalan atomik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di PostgreSQL — bukan hanya di antarmuka.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3A4140"/>
                </a:solidFill>
                <a:latin typeface="Segoe UI"/>
              </a:rPr>
              <a:t>Ramah Pengguna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Bahasa Indonesia, responsif desktop &amp; mobile,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format rupiah otomatis.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16 Modul Koperasi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Kas, Bank, Pajak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6304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Simpanan (Pokok/Wajib/Mana Suka)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Pinjaman &amp; Bunga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0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SHU &amp; Dana (3 pos)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78892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Neraca, Jurnal, Buku Besar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78892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Aset &amp; Penyusutan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Unit Krisado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11480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140"/>
                </a:solidFill>
                <a:latin typeface="Segoe UI"/>
              </a:rPr>
              <a:t>Data Anggota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Badge 'Neraca' menandai modul yang otomatis mem-posting ke buku besar.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Teknologi &amp; Arsitektur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Flutter (Dart)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140"/>
                </a:solidFill>
                <a:latin typeface="Segoe UI"/>
              </a:rPr>
              <a:t>UI lintas platform — Windows, Android, 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7160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flutter_bloc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140"/>
                </a:solidFill>
                <a:latin typeface="Segoe UI"/>
              </a:rPr>
              <a:t>State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get_it + injectable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140"/>
                </a:solidFill>
                <a:latin typeface="Segoe UI"/>
              </a:rPr>
              <a:t>Dependency injection (codegen)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go_router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140"/>
                </a:solidFill>
                <a:latin typeface="Segoe UI"/>
              </a:rPr>
              <a:t>Navigasi &amp; redirect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92608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F0B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Supabase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140"/>
                </a:solidFill>
                <a:latin typeface="Segoe UI"/>
              </a:rPr>
              <a:t>PostgreSQL + PostgREST + 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2608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PL/pgSQL (RPC)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A4140"/>
                </a:solidFill>
                <a:latin typeface="Segoe UI"/>
              </a:rPr>
              <a:t>Transaksi atomik di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94960"/>
            <a:ext cx="10515600" cy="82296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Clean Architecture feature-first: domain • data • presentation — tanpa insert multi-tabel dari klien.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Aturan Bisnis yang Tertanam di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Setiap jurnal harus seimbang (debit = kredit), dengan toleransi pembulatan.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Saldo tidak boleh negatif — penarikan diblokir bila saldo kurang.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Distribusi jasa angsuran otomatis: 55% Japinup · 25% Kesra · 10% SWK · 2,5%×4 pos.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SHU hanya terdistribusi setelah disetujui; tidak bisa terhapus.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Pajak akrual tercatat sebagai kewajiban hingga dibayar.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Penyusutan aset garis lurus proporsional bulan, per tahun buku.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52120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4140"/>
                </a:solidFill>
                <a:latin typeface="Segoe UI"/>
              </a:rPr>
              <a:t>Konsisten: bonus bunga pinjaman 2-3% × pokok per tenor.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Keamanan &amp; Integritas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9966960" cy="105156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Autentikasi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Email + password via Supabase Auth; router mengarahkan yang belum login ke halaman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06040"/>
            <a:ext cx="9966960" cy="105156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RLS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Row Level Security — setiap baris data dilindungi kebijakan per tabel.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840480"/>
            <a:ext cx="9966960" cy="105156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Transaksi eksklusif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FOR UPDATE mencegah pembayaran ganda oleh dua pengurus.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074920"/>
            <a:ext cx="9966960" cy="105156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Kredensial aman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URL &amp; kunci dibaca dari .env (masuk .gitignore).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Unit Krisado — Kas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Kas unit berdiri sendiri (akun 1114), terpisah dari kas koperasi.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Ambil dari Bank: tarik dari Buku Bank ke kas unit (validasi saldo bank).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Bahan baku: stok, pembelian (stok masuk), pemakaian (dibatasi stok).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Produksi: hasil per kg/gram + pack + biaya produksi.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A4140"/>
                </a:solidFill>
                <a:latin typeface="Segoe UI"/>
              </a:rPr>
              <a:t>•  Penjualan: auto-posting Debit Kas Unit / Kredit Pendapatan.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94960"/>
            <a:ext cx="10515600" cy="82296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A4140"/>
                </a:solidFill>
                <a:latin typeface="Segoe UI"/>
              </a:rPr>
              <a:t>Kartu saldo unit responsif di mobile &amp; desktop.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Laporan Otomatis &amp; Neraca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Neraca / Komposisi Keuangan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Aset, Kewajiban, Ekuitas, Laba/Rugi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badge SEIMBANG / SELISIH + TOTAL AKTIVA = PASIVA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Buku Besar &amp; Jurnal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Jurnal rinci per akun + saldo berjalan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Filter tahun, akun, jenis buku, rentang tanggal.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Dashboard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Ringkasan neraca, statistik anggota, aksi cepat,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stok keripik, total kas, dan status neraca.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F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A4140"/>
                </a:solidFill>
                <a:latin typeface="Segoe UI"/>
              </a:rPr>
              <a:t>Otomatis + Real-Time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Seluruh buku besar membaca ledger_entries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langsung — laporan selalu terkini.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3A4140"/>
                </a:solidFill>
                <a:latin typeface="Segoe UI"/>
              </a:rPr>
              <a:t>Capaian &amp; Penutup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4846320" cy="1554480"/>
          </a:xfrm>
          <a:prstGeom prst="roundRect">
            <a:avLst>
              <a:gd name="adj" fmla="val 8000"/>
            </a:avLst>
          </a:prstGeom>
          <a:solidFill>
            <a:srgbClr val="AFE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A4140"/>
                </a:solidFill>
                <a:latin typeface="Segoe UI"/>
              </a:rPr>
              <a:t>70+ tes otomatis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bunga, simpanan, dan pembukuan domain lulus.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4846320" cy="1554480"/>
          </a:xfrm>
          <a:prstGeom prst="roundRect">
            <a:avLst>
              <a:gd name="adj" fmla="val 8000"/>
            </a:avLst>
          </a:prstGeom>
          <a:solidFill>
            <a:srgbClr val="9D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A4140"/>
                </a:solidFill>
                <a:latin typeface="Segoe UI"/>
              </a:rPr>
              <a:t>Diuji bersama pengurus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transaksi riil — jurnal selalu seimbang.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00400"/>
            <a:ext cx="4846320" cy="1554480"/>
          </a:xfrm>
          <a:prstGeom prst="roundRect">
            <a:avLst>
              <a:gd name="adj" fmla="val 8000"/>
            </a:avLst>
          </a:prstGeom>
          <a:solidFill>
            <a:srgbClr val="B8C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A4140"/>
                </a:solidFill>
                <a:latin typeface="Segoe UI"/>
              </a:rPr>
              <a:t>16 modul terintegrasi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satu basis data, satu buku besar.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4846320" cy="1554480"/>
          </a:xfrm>
          <a:prstGeom prst="roundRect">
            <a:avLst>
              <a:gd name="adj" fmla="val 8000"/>
            </a:avLst>
          </a:prstGeom>
          <a:solidFill>
            <a:srgbClr val="F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 bIns="146304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A4140"/>
                </a:solidFill>
                <a:latin typeface="Segoe UI"/>
              </a:rPr>
              <a:t>Lintas platform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A4140"/>
                </a:solidFill>
                <a:latin typeface="Segoe UI"/>
              </a:rPr>
              <a:t>Windows, Android, iOS — satu kode Flutter.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3A4140"/>
                </a:solidFill>
                <a:latin typeface="Segoe UI"/>
              </a:rPr>
              <a:t>Terima kasih — satu aplikasi, satu buku besar, satu koperasi yang sehat.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8F9B9A"/>
                </a:solidFill>
                <a:latin typeface="Segoe UI"/>
              </a:rPr>
              <a:t>0xfndlabs • github.com/eLgorythm/sadaya-ksu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F9B9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